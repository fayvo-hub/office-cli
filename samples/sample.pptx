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演示文稿样本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进展摘要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需求评审完成</a:t>
            </a:r>
          </a:p>
          <a:p>
            <a:pPr lvl="1"/>
            <a:r>
              <a:t>覆盖 3 个部门</a:t>
            </a:r>
          </a:p>
          <a:p>
            <a:r>
              <a:t>原型已确认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数据一览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45920"/>
          <a:ext cx="80467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365760">
                <a:tc>
                  <a:txBody>
                    <a:bodyPr/>
                    <a:lstStyle/>
                    <a:p>
                      <a: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收入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用户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感谢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237744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